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03688C-C473-4CA5-2BE8-0BE235067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7D3D39E-3A19-9346-3430-D856B0CAE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B6EECB-2B29-04A0-02AD-1588A6146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7D5EA7-9A46-61EF-7090-E9CB7EF65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C4A497-A384-C720-79B7-AFF6B4C2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999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BE59E7-55D2-B763-DA9B-3027D299D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3FC3DF-312E-753A-8BD6-240FE9C22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4CA43B-AD13-815E-DED9-46DF2597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1777CA-8445-EBD4-7B8C-3AF5E7F7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B17FC4-408F-338C-E642-43144E0A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859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E2C9B2-C8C6-269F-6E7D-27B0F9E8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315C72-9BF9-BE45-CC93-D69FEE314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E804FD-D2B0-473D-D1FF-5995215E5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C5C3AA-BD11-BE29-4503-35821FFE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A6C4DB-0E45-91D2-E2E9-11BCE2F3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622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71EE20-BCB8-A024-E3F5-41C7CB65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0FE4F4-437B-D3DF-5052-BB64D04BF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D91581-8C54-FC67-C4A2-834E8D252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839DCA-9B24-178E-F710-ADA95C4D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63BE02-8B86-2051-6389-51E4937C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AF0FB2-7EA6-6EDC-CFD7-4EE52490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74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0FC93-65C2-B7B8-BEE0-EE63A1BBB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770ACB-8527-9459-97BF-029BF2FE2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DE56219-34FA-3B26-A197-1105AD688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464DDD0-8002-E554-9148-9A14D15B7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797C299-5F1D-0F56-028B-1DA914B7F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7FBA6EF-DD1A-62C8-A67B-99E90551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13E325F-5D08-867C-D725-6F061D34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EC33251-6AF0-304C-5B83-0B47E82B3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47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288FBC-EFCE-E6A5-CF29-B1738AC1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4963772-3F9E-8529-5F70-21E1B048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ECAEF1-8487-0A04-3D38-B66B5537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981FE6-F4C1-6B4C-4038-A39DE977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991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BF33FA-1F8F-8D3B-6FFF-8B22E80F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A0EC11-5465-52AE-2D6C-7567694B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7B1A67-75A6-A29A-B979-E1FF4D84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819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A34BCA-6F78-AEC4-26BD-D49359B9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070240-F59C-2AA3-B8A0-7D44C104A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51F57D-4F55-8491-448C-A28C3D25F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1C56F8-1AEE-BFDF-4464-0A8A901C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C5973C-1942-CCBF-D8DB-80843C59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FFD8B8-9643-BBCA-C6DD-1F344BEB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82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C73373-8EEA-4BF4-B122-B85098A1F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4A3F84-E85F-FAA3-99ED-4EA55711C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BD74B7-A056-62B8-8346-DA55D03C7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9E4FDF-D7E7-6C0C-E289-D520D7E4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3B2970-06D5-DE85-6868-721D84A0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6DB03D-4530-6193-5AC9-8148004C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30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92FD2A-81AB-F00D-80FD-7A8BF773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51D3CC-B6E1-709E-6531-B7E3EC499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B27E6D-298F-0475-18C3-F17055F17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A757FD-F101-D1FD-9D22-5BB6B8193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2C8F1C-E832-D260-189E-6E79F18B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53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BBC6552-4AF6-BE83-974B-F43C7F7FE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1DDD29-EF59-0DF9-2086-E644F25BF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957B8E-3477-6E39-935A-7D6886DBC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6D6B8D-82FD-B952-89A2-0B3D5FDC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AC4C3E-18B8-988F-3241-70CFFF77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7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611BBE4-4BD3-C31F-BE44-5E2A5FF83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1DCE4F-5C5A-EB21-77E0-4568B9E4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723544-1B2B-D53F-7E52-FCF8D0667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CC0C2-1B78-43BC-8D9F-26FD46A4AF0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63B8DB-120C-7A4B-BD95-02582C842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09AF91-003D-7C44-4687-0C219C769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97CB8-CA24-4439-A3D3-86ED6CD1F3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873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45F720-BE9B-17C9-C1FC-2D1C7CF54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8009" y="238785"/>
            <a:ext cx="4804881" cy="665341"/>
          </a:xfrm>
        </p:spPr>
        <p:txBody>
          <a:bodyPr>
            <a:normAutofit/>
          </a:bodyPr>
          <a:lstStyle/>
          <a:p>
            <a:r>
              <a:rPr lang="en-US" altLang="ja-JP" sz="3600" b="0" i="0" dirty="0">
                <a:effectLst/>
                <a:latin typeface="Segoe UI" panose="020B0502040204020203" pitchFamily="34" charset="0"/>
              </a:rPr>
              <a:t>SQL</a:t>
            </a:r>
            <a:r>
              <a:rPr lang="ja-JP" altLang="en-US" sz="3600" b="0" i="0" dirty="0">
                <a:effectLst/>
                <a:latin typeface="Segoe UI" panose="020B0502040204020203" pitchFamily="34" charset="0"/>
              </a:rPr>
              <a:t>を用いた売上分析</a:t>
            </a:r>
            <a:endParaRPr kumimoji="1" lang="ja-JP" altLang="en-US" sz="36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2288DD1-5CFA-AD8E-8F3B-61C5CCCBE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788784"/>
            <a:ext cx="5852172" cy="438912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CAEB3F8-FB71-02D8-E6D0-C3836850E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449" y="788783"/>
            <a:ext cx="5852172" cy="4389129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EAA1EA5-1753-E052-5083-83D1B3E4B67A}"/>
              </a:ext>
            </a:extLst>
          </p:cNvPr>
          <p:cNvSpPr txBox="1"/>
          <p:nvPr/>
        </p:nvSpPr>
        <p:spPr>
          <a:xfrm>
            <a:off x="1359613" y="5727910"/>
            <a:ext cx="9715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SQL</a:t>
            </a:r>
            <a:r>
              <a:rPr kumimoji="1" lang="ja-JP" altLang="en-US" dirty="0"/>
              <a:t>を用いて売上データを集計した結果、売上は特定の商品に集中していることが分かった。</a:t>
            </a:r>
            <a:endParaRPr kumimoji="1" lang="en-US" altLang="ja-JP" dirty="0"/>
          </a:p>
          <a:p>
            <a:r>
              <a:rPr kumimoji="1" lang="ja-JP" altLang="en-US" dirty="0"/>
              <a:t>また、月別に売上の増減が見られ、時期要因の影響が示唆される。</a:t>
            </a:r>
          </a:p>
        </p:txBody>
      </p:sp>
    </p:spTree>
    <p:extLst>
      <p:ext uri="{BB962C8B-B14F-4D97-AF65-F5344CB8AC3E}">
        <p14:creationId xmlns:p14="http://schemas.microsoft.com/office/powerpoint/2010/main" val="200082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Segoe UI</vt:lpstr>
      <vt:lpstr>Office テーマ</vt:lpstr>
      <vt:lpstr>SQLを用いた売上分析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大橋 伸子 TechnoPro IT</dc:creator>
  <cp:lastModifiedBy>大橋 伸子 TechnoPro IT</cp:lastModifiedBy>
  <cp:revision>1</cp:revision>
  <dcterms:created xsi:type="dcterms:W3CDTF">2026-04-20T07:37:21Z</dcterms:created>
  <dcterms:modified xsi:type="dcterms:W3CDTF">2026-04-20T07:37:41Z</dcterms:modified>
</cp:coreProperties>
</file>